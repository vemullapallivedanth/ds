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9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33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6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7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74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5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88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20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16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51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31412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52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26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076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211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1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539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2193798"/>
            <a:ext cx="7765322" cy="970450"/>
          </a:xfrm>
        </p:spPr>
        <p:txBody>
          <a:bodyPr>
            <a:normAutofit fontScale="90000"/>
          </a:bodyPr>
          <a:lstStyle/>
          <a:p>
            <a:r>
              <a:rPr dirty="0"/>
              <a:t>Arcade Game Score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339" y="3693753"/>
            <a:ext cx="7765322" cy="4058751"/>
          </a:xfrm>
        </p:spPr>
        <p:txBody>
          <a:bodyPr/>
          <a:lstStyle/>
          <a:p>
            <a:r>
              <a:rPr dirty="0"/>
              <a:t>A Data Structures Project</a:t>
            </a:r>
          </a:p>
          <a:p>
            <a:r>
              <a:rPr dirty="0"/>
              <a:t>Using Java</a:t>
            </a:r>
            <a:endParaRPr lang="en-IN" dirty="0"/>
          </a:p>
          <a:p>
            <a:pPr marL="36900" indent="0">
              <a:buNone/>
            </a:pPr>
            <a:r>
              <a:rPr lang="en-IN" dirty="0"/>
              <a:t>Section  -  4</a:t>
            </a:r>
          </a:p>
          <a:p>
            <a:pPr marL="36900" indent="0">
              <a:buNone/>
            </a:pPr>
            <a:r>
              <a:rPr lang="en-IN" dirty="0"/>
              <a:t>Faculty name : Dr Ramasubramanian Krishnamurthy</a:t>
            </a:r>
          </a:p>
          <a:p>
            <a:pPr marL="36900" indent="0">
              <a:buNone/>
            </a:pPr>
            <a:r>
              <a:rPr lang="en-IN" dirty="0"/>
              <a:t>College name : </a:t>
            </a:r>
            <a:r>
              <a:rPr lang="en-IN" dirty="0">
                <a:effectLst/>
              </a:rPr>
              <a:t>KL University Aziz Nagar Hyderabad</a:t>
            </a:r>
          </a:p>
          <a:p>
            <a:pPr marL="36900" indent="0">
              <a:buNone/>
            </a:pPr>
            <a:r>
              <a:rPr lang="en-IN" dirty="0"/>
              <a:t>Date : 18-03-2026</a:t>
            </a:r>
            <a:endParaRPr dirty="0"/>
          </a:p>
        </p:txBody>
      </p:sp>
      <p:pic>
        <p:nvPicPr>
          <p:cNvPr id="1026" name="Picture 2" descr="EPICS - Best Private University in Telangana &amp; Andhra Pradesh | KLH  Hyderabad">
            <a:extLst>
              <a:ext uri="{FF2B5EF4-FFF2-40B4-BE49-F238E27FC236}">
                <a16:creationId xmlns:a16="http://schemas.microsoft.com/office/drawing/2014/main" id="{086A175B-65EF-4F87-CED7-34B2BDC18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449" y="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B1EDB6-1B45-6F25-FDD2-7158737DB079}"/>
              </a:ext>
            </a:extLst>
          </p:cNvPr>
          <p:cNvSpPr txBox="1"/>
          <p:nvPr/>
        </p:nvSpPr>
        <p:spPr>
          <a:xfrm>
            <a:off x="2379406" y="3048097"/>
            <a:ext cx="7216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Implementation of Data Structures in Java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129E4-7CFD-4535-4311-32E64E17A9BF}"/>
              </a:ext>
            </a:extLst>
          </p:cNvPr>
          <p:cNvSpPr txBox="1"/>
          <p:nvPr/>
        </p:nvSpPr>
        <p:spPr>
          <a:xfrm>
            <a:off x="3063062" y="115905"/>
            <a:ext cx="3386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DS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757" y="312511"/>
            <a:ext cx="7765322" cy="970450"/>
          </a:xfrm>
        </p:spPr>
        <p:txBody>
          <a:bodyPr/>
          <a:lstStyle/>
          <a:p>
            <a:r>
              <a:rPr dirty="0"/>
              <a:t>List of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IN" dirty="0"/>
              <a:t>.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FEE579-4E21-19F3-9BFF-DA7F1D5B6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845685"/>
              </p:ext>
            </p:extLst>
          </p:nvPr>
        </p:nvGraphicFramePr>
        <p:xfrm>
          <a:off x="659757" y="1422734"/>
          <a:ext cx="8130558" cy="4670472"/>
        </p:xfrm>
        <a:graphic>
          <a:graphicData uri="http://schemas.openxmlformats.org/drawingml/2006/table">
            <a:tbl>
              <a:tblPr/>
              <a:tblGrid>
                <a:gridCol w="3941165">
                  <a:extLst>
                    <a:ext uri="{9D8B030D-6E8A-4147-A177-3AD203B41FA5}">
                      <a16:colId xmlns:a16="http://schemas.microsoft.com/office/drawing/2014/main" val="3981321452"/>
                    </a:ext>
                  </a:extLst>
                </a:gridCol>
                <a:gridCol w="4189393">
                  <a:extLst>
                    <a:ext uri="{9D8B030D-6E8A-4147-A177-3AD203B41FA5}">
                      <a16:colId xmlns:a16="http://schemas.microsoft.com/office/drawing/2014/main" val="2315750244"/>
                    </a:ext>
                  </a:extLst>
                </a:gridCol>
              </a:tblGrid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1.VEDANTH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2510080016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134245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2.CHAITANYA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2510030096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586781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3.PREETHAM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2510004022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534280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4.VISHNU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2510030161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655886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5.LIKITH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2510030232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90532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6.RISHIKESH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2510030024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060547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7.YASHWANTH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2510030163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9011954"/>
                  </a:ext>
                </a:extLst>
              </a:tr>
              <a:tr h="5838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8.DEEKSHITH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2510030164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0169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88" y="245806"/>
            <a:ext cx="7765322" cy="970450"/>
          </a:xfrm>
        </p:spPr>
        <p:txBody>
          <a:bodyPr/>
          <a:lstStyle/>
          <a:p>
            <a:r>
              <a:rPr dirty="0"/>
              <a:t>Project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514168"/>
            <a:ext cx="7765322" cy="427703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This system manages player scores in arcade games.</a:t>
            </a:r>
          </a:p>
          <a:p>
            <a:r>
              <a:rPr dirty="0"/>
              <a:t>It stores, sorts, searches, and displays scores efficiently.</a:t>
            </a:r>
          </a:p>
          <a:p>
            <a:r>
              <a:rPr dirty="0"/>
              <a:t>Uses multiple data structures for performance and organization.</a:t>
            </a:r>
            <a:endParaRPr lang="en-IN" dirty="0"/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dirty="0"/>
              <a:t>Problem statement:</a:t>
            </a:r>
          </a:p>
          <a:p>
            <a:r>
              <a:rPr lang="en-US" dirty="0"/>
              <a:t>“Manual score tracking is inefficient and error-prone”</a:t>
            </a:r>
          </a:p>
          <a:p>
            <a:pPr marL="36900" indent="0">
              <a:buNone/>
            </a:pPr>
            <a:r>
              <a:rPr lang="en-IN" dirty="0"/>
              <a:t>Solution:</a:t>
            </a:r>
          </a:p>
          <a:p>
            <a:r>
              <a:rPr lang="en-IN" dirty="0"/>
              <a:t>“Automated system using DS for fast operations”</a:t>
            </a:r>
          </a:p>
          <a:p>
            <a:pPr marL="36900" indent="0">
              <a:buNone/>
            </a:pPr>
            <a:r>
              <a:rPr lang="en-US" dirty="0"/>
              <a:t>Key features:</a:t>
            </a:r>
          </a:p>
          <a:p>
            <a:pPr lvl="1"/>
            <a:r>
              <a:rPr lang="en-US" dirty="0"/>
              <a:t>Real-time leaderboard</a:t>
            </a:r>
          </a:p>
          <a:p>
            <a:pPr lvl="1"/>
            <a:r>
              <a:rPr lang="en-US" dirty="0"/>
              <a:t>Undo functionality</a:t>
            </a:r>
          </a:p>
          <a:p>
            <a:pPr lvl="1"/>
            <a:r>
              <a:rPr lang="en-US" dirty="0"/>
              <a:t>File persistence</a:t>
            </a:r>
          </a:p>
          <a:p>
            <a:endParaRPr lang="en-IN" dirty="0"/>
          </a:p>
          <a:p>
            <a:pPr marL="3690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98" y="1717702"/>
            <a:ext cx="3139402" cy="4058751"/>
          </a:xfrm>
        </p:spPr>
        <p:txBody>
          <a:bodyPr>
            <a:normAutofit/>
          </a:bodyPr>
          <a:lstStyle/>
          <a:p>
            <a:r>
              <a:rPr dirty="0"/>
              <a:t>1. Add Score</a:t>
            </a:r>
          </a:p>
          <a:p>
            <a:r>
              <a:rPr dirty="0"/>
              <a:t>2. Search Score</a:t>
            </a:r>
          </a:p>
          <a:p>
            <a:r>
              <a:rPr dirty="0"/>
              <a:t>3. Display Scores</a:t>
            </a:r>
          </a:p>
          <a:p>
            <a:r>
              <a:rPr dirty="0"/>
              <a:t>4. Leaderboard</a:t>
            </a:r>
          </a:p>
          <a:p>
            <a:r>
              <a:rPr dirty="0"/>
              <a:t>5. Sorting</a:t>
            </a:r>
          </a:p>
          <a:p>
            <a:r>
              <a:rPr dirty="0"/>
              <a:t>6. Undo</a:t>
            </a:r>
          </a:p>
          <a:p>
            <a:r>
              <a:rPr dirty="0"/>
              <a:t>7. Queue Processing</a:t>
            </a:r>
          </a:p>
          <a:p>
            <a:r>
              <a:rPr dirty="0"/>
              <a:t>8. File Handling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D13783A-0BEA-239E-5191-7D98D0F8F656}"/>
              </a:ext>
            </a:extLst>
          </p:cNvPr>
          <p:cNvSpPr txBox="1">
            <a:spLocks/>
          </p:cNvSpPr>
          <p:nvPr/>
        </p:nvSpPr>
        <p:spPr>
          <a:xfrm>
            <a:off x="4426521" y="1631184"/>
            <a:ext cx="313940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8. Score Management Module</a:t>
            </a:r>
          </a:p>
          <a:p>
            <a:r>
              <a:rPr lang="en-IN" dirty="0"/>
              <a:t>9. Leaderboard Module</a:t>
            </a:r>
          </a:p>
          <a:p>
            <a:r>
              <a:rPr lang="en-IN" dirty="0"/>
              <a:t>10. Search Module</a:t>
            </a:r>
          </a:p>
          <a:p>
            <a:r>
              <a:rPr lang="en-IN" dirty="0"/>
              <a:t>11. Sorting Module</a:t>
            </a:r>
          </a:p>
          <a:p>
            <a:r>
              <a:rPr lang="en-IN" dirty="0"/>
              <a:t>12. Undo Module</a:t>
            </a:r>
          </a:p>
          <a:p>
            <a:r>
              <a:rPr lang="en-IN" dirty="0"/>
              <a:t>13. Queue Processing Module</a:t>
            </a:r>
          </a:p>
          <a:p>
            <a:r>
              <a:rPr lang="en-IN" dirty="0"/>
              <a:t>14. File Handling Module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732450"/>
            <a:ext cx="3178731" cy="4058751"/>
          </a:xfrm>
        </p:spPr>
        <p:txBody>
          <a:bodyPr>
            <a:normAutofit fontScale="55000" lnSpcReduction="20000"/>
          </a:bodyPr>
          <a:lstStyle/>
          <a:p>
            <a:r>
              <a:rPr dirty="0"/>
              <a:t>Add Score: Stores player data</a:t>
            </a:r>
            <a:r>
              <a:rPr lang="en-IN" dirty="0"/>
              <a:t>                                       </a:t>
            </a:r>
            <a:endParaRPr dirty="0"/>
          </a:p>
          <a:p>
            <a:r>
              <a:rPr dirty="0"/>
              <a:t>Search: Finds player by ID</a:t>
            </a:r>
          </a:p>
          <a:p>
            <a:r>
              <a:rPr dirty="0"/>
              <a:t>Leaderboard: Sorted high scores</a:t>
            </a:r>
          </a:p>
          <a:p>
            <a:r>
              <a:rPr dirty="0"/>
              <a:t>Undo: Removes last entry</a:t>
            </a:r>
          </a:p>
          <a:p>
            <a:r>
              <a:rPr dirty="0"/>
              <a:t>Queue: Processes scores</a:t>
            </a:r>
          </a:p>
          <a:p>
            <a:r>
              <a:rPr dirty="0"/>
              <a:t>File: Save &amp; Load data</a:t>
            </a:r>
            <a:endParaRPr lang="en-IN" dirty="0"/>
          </a:p>
          <a:p>
            <a:r>
              <a:rPr lang="en-IN" b="1" dirty="0"/>
              <a:t>Score Management (Arrays)</a:t>
            </a:r>
            <a:endParaRPr lang="en-IN" dirty="0"/>
          </a:p>
          <a:p>
            <a:r>
              <a:rPr lang="en-IN" dirty="0"/>
              <a:t>Stores IDs, names, scores</a:t>
            </a:r>
          </a:p>
          <a:p>
            <a:r>
              <a:rPr lang="en-IN" dirty="0"/>
              <a:t>Fast access using index</a:t>
            </a:r>
          </a:p>
          <a:p>
            <a:r>
              <a:rPr lang="en-IN" b="1" dirty="0"/>
              <a:t>Leaderboard (Linked List)</a:t>
            </a:r>
            <a:endParaRPr lang="en-IN" dirty="0"/>
          </a:p>
          <a:p>
            <a:r>
              <a:rPr lang="en-IN" dirty="0"/>
              <a:t>Maintains sorted order dynamically</a:t>
            </a:r>
          </a:p>
          <a:p>
            <a:r>
              <a:rPr lang="en-IN" dirty="0"/>
              <a:t>Efficient insertion without shifting elements</a:t>
            </a:r>
          </a:p>
          <a:p>
            <a:r>
              <a:rPr lang="en-IN" b="1" dirty="0"/>
              <a:t>Undo (Stack)</a:t>
            </a:r>
            <a:endParaRPr lang="en-IN" dirty="0"/>
          </a:p>
          <a:p>
            <a:r>
              <a:rPr lang="en-IN" dirty="0"/>
              <a:t>Follows LIFO principle</a:t>
            </a:r>
          </a:p>
          <a:p>
            <a:r>
              <a:rPr lang="en-IN" dirty="0"/>
              <a:t>Removes last added score</a:t>
            </a:r>
          </a:p>
          <a:p>
            <a:endParaRPr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BF6F1F-26A3-C5B5-94D0-FAB639F47B7F}"/>
              </a:ext>
            </a:extLst>
          </p:cNvPr>
          <p:cNvSpPr txBox="1">
            <a:spLocks/>
          </p:cNvSpPr>
          <p:nvPr/>
        </p:nvSpPr>
        <p:spPr>
          <a:xfrm>
            <a:off x="4126635" y="1732450"/>
            <a:ext cx="3178731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b="1" dirty="0"/>
              <a:t>Queue Processing (Queue)</a:t>
            </a:r>
            <a:endParaRPr lang="en-US" sz="1100" dirty="0"/>
          </a:p>
          <a:p>
            <a:r>
              <a:rPr lang="en-US" sz="1100" dirty="0"/>
              <a:t>FIFO processing of score entries</a:t>
            </a:r>
          </a:p>
          <a:p>
            <a:r>
              <a:rPr lang="en-US" sz="1100" b="1" dirty="0"/>
              <a:t>Sorting (Bubble Sort)</a:t>
            </a:r>
            <a:endParaRPr lang="en-US" sz="1100" dirty="0"/>
          </a:p>
          <a:p>
            <a:r>
              <a:rPr lang="en-US" sz="1100" dirty="0"/>
              <a:t>Simple implementation</a:t>
            </a:r>
          </a:p>
          <a:p>
            <a:r>
              <a:rPr lang="en-US" sz="1100" dirty="0"/>
              <a:t>Used for ordering scores</a:t>
            </a:r>
          </a:p>
          <a:p>
            <a:endParaRPr lang="en-IN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your Java code screenshot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96FE7-2389-9627-C161-3679FDDE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468" y="2215504"/>
            <a:ext cx="2861531" cy="36689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E481D-2B6F-52B1-139E-F234CF527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996" y="2209567"/>
            <a:ext cx="4975026" cy="3680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1ABA3A-6E31-1E79-F89D-D26C23D89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12291" y="1113359"/>
            <a:ext cx="2631709" cy="385844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2A5B25-E215-1331-7DAF-C66A850E0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3359"/>
            <a:ext cx="3559277" cy="3858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FC7D07-7D4F-57A2-97A7-547875DA1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0404" y="1113359"/>
            <a:ext cx="2670759" cy="385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6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program output screenshot 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1E605-7AD7-C7BD-77E7-6FDAFEC73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112" y="2256351"/>
            <a:ext cx="2768346" cy="2074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4F9689-6B0C-3479-6672-F449693AF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007" y="2244507"/>
            <a:ext cx="2852878" cy="2115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6E5B8A-0CB5-EFB4-B15F-EAD3C1952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18" y="4485113"/>
            <a:ext cx="2813375" cy="21100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187897F-B8C5-E0BA-3E74-625A5718F1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1120" y="4491500"/>
            <a:ext cx="3671224" cy="21036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C14827-0B1D-30DB-51C5-C15E309FC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503" y="2256351"/>
            <a:ext cx="2101603" cy="19728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A7EE3C8-1793-7C3B-56DC-725494414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6" y="3820447"/>
            <a:ext cx="4067175" cy="2705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18C7B31-D83B-71DA-ECE8-B6437038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038" y="3820447"/>
            <a:ext cx="4138613" cy="27336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61581E-116F-558C-F0EC-CB2C92023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176" y="663062"/>
            <a:ext cx="4067175" cy="26860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4A61DF-DE6A-35BF-B11A-F80BFB7F1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126" y="663062"/>
            <a:ext cx="4200525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76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Arrays</a:t>
            </a:r>
            <a:r>
              <a:rPr lang="en-US" dirty="0"/>
              <a:t> → Store bulk data efficiently</a:t>
            </a:r>
          </a:p>
          <a:p>
            <a:r>
              <a:rPr lang="en-US" b="1" dirty="0"/>
              <a:t>Linked List</a:t>
            </a:r>
            <a:r>
              <a:rPr lang="en-US" dirty="0"/>
              <a:t> → Dynamic sorted leaderboard</a:t>
            </a:r>
            <a:endParaRPr dirty="0"/>
          </a:p>
          <a:p>
            <a:r>
              <a:rPr lang="en-US" b="1" dirty="0"/>
              <a:t>Stack</a:t>
            </a:r>
            <a:r>
              <a:rPr lang="en-US" dirty="0"/>
              <a:t> → Undo last operation (LIFO)</a:t>
            </a:r>
            <a:endParaRPr dirty="0"/>
          </a:p>
          <a:p>
            <a:r>
              <a:rPr lang="en-IN" b="1" dirty="0"/>
              <a:t>Queue</a:t>
            </a:r>
            <a:r>
              <a:rPr lang="en-IN" dirty="0"/>
              <a:t> → Sequential processing (FIFO)</a:t>
            </a:r>
          </a:p>
          <a:p>
            <a:r>
              <a:rPr lang="en-IN" b="1" dirty="0"/>
              <a:t>Searching</a:t>
            </a:r>
            <a:r>
              <a:rPr lang="en-IN" dirty="0"/>
              <a:t> → Linear search used</a:t>
            </a:r>
          </a:p>
          <a:p>
            <a:r>
              <a:rPr lang="en-IN" b="1" dirty="0"/>
              <a:t>Sorting</a:t>
            </a:r>
            <a:r>
              <a:rPr lang="en-IN" dirty="0"/>
              <a:t> → Bubble sort implemented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GUI Interface</a:t>
            </a:r>
          </a:p>
          <a:p>
            <a:r>
              <a:rPr dirty="0"/>
              <a:t>Database Integration</a:t>
            </a:r>
          </a:p>
          <a:p>
            <a:r>
              <a:rPr dirty="0"/>
              <a:t>Online Leaderboard</a:t>
            </a:r>
          </a:p>
          <a:p>
            <a:r>
              <a:rPr dirty="0"/>
              <a:t>Better Sorting Algorithm</a:t>
            </a:r>
            <a:endParaRPr lang="en-IN" dirty="0"/>
          </a:p>
          <a:p>
            <a:r>
              <a:rPr lang="en-US" dirty="0"/>
              <a:t>Replace Bubble Sort with </a:t>
            </a:r>
            <a:r>
              <a:rPr lang="en-US" b="1" dirty="0"/>
              <a:t>Merge Sort / Quick Sort</a:t>
            </a:r>
          </a:p>
          <a:p>
            <a:r>
              <a:rPr lang="en-US" dirty="0"/>
              <a:t>Use </a:t>
            </a:r>
            <a:r>
              <a:rPr lang="en-US" b="1" dirty="0"/>
              <a:t>HashMap</a:t>
            </a:r>
            <a:r>
              <a:rPr lang="en-US" dirty="0"/>
              <a:t> for faster search (O(1))</a:t>
            </a:r>
          </a:p>
          <a:p>
            <a:r>
              <a:rPr lang="en-US" dirty="0"/>
              <a:t>Add </a:t>
            </a:r>
            <a:r>
              <a:rPr lang="en-US" b="1" dirty="0"/>
              <a:t>GUI using Java Swing/JavaFX</a:t>
            </a:r>
          </a:p>
          <a:p>
            <a:r>
              <a:rPr lang="en-US" dirty="0"/>
              <a:t>Convert to </a:t>
            </a:r>
            <a:r>
              <a:rPr lang="en-US" b="1" dirty="0"/>
              <a:t>Web App (HTML/CSS/JS + Backend)</a:t>
            </a:r>
          </a:p>
          <a:p>
            <a:r>
              <a:rPr lang="en-IN" dirty="0"/>
              <a:t>Store data in </a:t>
            </a:r>
            <a:r>
              <a:rPr lang="en-IN" b="1" dirty="0"/>
              <a:t>Database (MySQL)</a:t>
            </a:r>
          </a:p>
          <a:p>
            <a:r>
              <a:rPr lang="en-IN" dirty="0"/>
              <a:t>Add </a:t>
            </a:r>
            <a:r>
              <a:rPr lang="en-IN" b="1" dirty="0"/>
              <a:t>User Login System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Learned implementation of DS concepts</a:t>
            </a:r>
          </a:p>
          <a:p>
            <a:r>
              <a:rPr dirty="0"/>
              <a:t>Improved problem-solving skills</a:t>
            </a:r>
          </a:p>
          <a:p>
            <a:r>
              <a:rPr dirty="0"/>
              <a:t>Understood real-world application of data structures</a:t>
            </a:r>
            <a:endParaRPr lang="en-IN" dirty="0"/>
          </a:p>
          <a:p>
            <a:r>
              <a:rPr lang="en-US" dirty="0"/>
              <a:t>Understood practical use of Data Structures</a:t>
            </a:r>
          </a:p>
          <a:p>
            <a:r>
              <a:rPr lang="en-US" dirty="0"/>
              <a:t>Learned how to combine multiple DS in one system</a:t>
            </a:r>
          </a:p>
          <a:p>
            <a:r>
              <a:rPr lang="en-US" dirty="0"/>
              <a:t>Improved debugging and logical thinking</a:t>
            </a:r>
          </a:p>
          <a:p>
            <a:r>
              <a:rPr lang="en-US" dirty="0"/>
              <a:t>Gained experience in file handling</a:t>
            </a:r>
          </a:p>
          <a:p>
            <a:r>
              <a:rPr lang="en-IN" dirty="0"/>
              <a:t>Understood time complexity concepts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109</TotalTime>
  <Words>456</Words>
  <Application>Microsoft Office PowerPoint</Application>
  <PresentationFormat>On-screen Show (4:3)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Narrow</vt:lpstr>
      <vt:lpstr>Arial</vt:lpstr>
      <vt:lpstr>Calisto MT</vt:lpstr>
      <vt:lpstr>Wingdings 2</vt:lpstr>
      <vt:lpstr>Slate</vt:lpstr>
      <vt:lpstr>Arcade Game Score Tracking System</vt:lpstr>
      <vt:lpstr>List of Students</vt:lpstr>
      <vt:lpstr>Project Abstract</vt:lpstr>
      <vt:lpstr>Project Modules</vt:lpstr>
      <vt:lpstr>Module Description</vt:lpstr>
      <vt:lpstr>Code Screenshot</vt:lpstr>
      <vt:lpstr>PowerPoint Presentation</vt:lpstr>
      <vt:lpstr>Output Screenshot</vt:lpstr>
      <vt:lpstr>PowerPoint Presentation</vt:lpstr>
      <vt:lpstr>Data Structures Used</vt:lpstr>
      <vt:lpstr>Future Improvements</vt:lpstr>
      <vt:lpstr>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Vedanth Vemulapalli</cp:lastModifiedBy>
  <cp:revision>5</cp:revision>
  <dcterms:created xsi:type="dcterms:W3CDTF">2013-01-27T09:14:16Z</dcterms:created>
  <dcterms:modified xsi:type="dcterms:W3CDTF">2026-03-18T10:18:29Z</dcterms:modified>
  <cp:category/>
</cp:coreProperties>
</file>